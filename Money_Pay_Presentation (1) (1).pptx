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ek-shortbread-07acfc.netlify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457200"/>
            <a:ext cx="2926080" cy="2926080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5120640"/>
            <a:ext cx="2011680" cy="201168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212080"/>
            <a:ext cx="1737360" cy="173736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8046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MONEY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88920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BED6FF"/>
                </a:solidFill>
                <a:latin typeface="Aptos"/>
              </a:rPr>
              <a:t>Simple • Smart • Digital Payment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7772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 beginner-friendly web application for mobile login,
money transfer, balance enquiry and transaction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2651760" cy="3566160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874519"/>
            <a:ext cx="1645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 b="1">
                <a:solidFill>
                  <a:srgbClr val="00BEBE"/>
                </a:solidFill>
                <a:latin typeface="Aptos"/>
              </a:rPr>
              <a:t>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337560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BED6FF"/>
                </a:solidFill>
                <a:latin typeface="Aptos"/>
              </a:rPr>
              <a:t>Available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16052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0BEBE"/>
                </a:solidFill>
                <a:latin typeface="Aptos"/>
              </a:rPr>
              <a:t>SECURE • SIMPLE •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91936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68C"/>
                </a:solidFill>
                <a:latin typeface="Aptos"/>
              </a:rPr>
              <a:t>What is Money Pay and why is it useful?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292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091936"/>
                </a:solidFill>
                <a:latin typeface="Aptos"/>
              </a:rPr>
              <a:t>🎯  Project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4424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dirty="0">
                <a:solidFill>
                  <a:srgbClr val="263044"/>
                </a:solidFill>
                <a:latin typeface="Aptos"/>
              </a:rPr>
              <a:t>To demonstrate a simple digital payment experience using only front-end technologies.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41071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Easy mobile-number login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91363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88620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Send money to a contact or bank account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41655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8912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Check available balance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91947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59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89204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View transaction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55448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55080" y="1783080"/>
            <a:ext cx="658368" cy="658368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1801368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73736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1936"/>
                </a:solidFill>
                <a:latin typeface="Aptos"/>
              </a:rPr>
              <a:t>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14884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68C"/>
                </a:solidFill>
                <a:latin typeface="Aptos"/>
              </a:rPr>
              <a:t>Mobile + PIN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97180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55080" y="3200400"/>
            <a:ext cx="658368" cy="65836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3218688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15468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1936"/>
                </a:solidFill>
                <a:latin typeface="Aptos"/>
              </a:rPr>
              <a:t>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56616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68C"/>
                </a:solidFill>
                <a:latin typeface="Aptos"/>
              </a:rPr>
              <a:t>Contact / Bank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438912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55080" y="4617720"/>
            <a:ext cx="658368" cy="658368"/>
          </a:xfrm>
          <a:prstGeom prst="ellipse">
            <a:avLst/>
          </a:prstGeom>
          <a:solidFill>
            <a:srgbClr val="14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4636007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5720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1936"/>
                </a:solidFill>
                <a:latin typeface="Aptos"/>
              </a:rP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98348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68C"/>
                </a:solidFill>
                <a:latin typeface="Aptos"/>
              </a:rPr>
              <a:t>Balance +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68C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9768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91936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68C"/>
                </a:solidFill>
                <a:latin typeface="Aptos"/>
              </a:rPr>
              <a:t>Three core functions power the complete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4251960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01952" y="1920240"/>
            <a:ext cx="960120" cy="960120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01952" y="1956816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60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091936"/>
                </a:solidFill>
                <a:latin typeface="Aptos"/>
              </a:rPr>
              <a:t>Mobile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26060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63044"/>
                </a:solidFill>
                <a:latin typeface="Aptos"/>
              </a:rPr>
              <a:t>10-digit mobile number
and 4-digit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834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68C"/>
                </a:solidFill>
                <a:latin typeface="Aptos"/>
              </a:rPr>
              <a:t>HTML + CSS + 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3337560" cy="4251960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96712" y="1920240"/>
            <a:ext cx="960120" cy="96012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6712" y="1956816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28800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0BEB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8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091936"/>
                </a:solidFill>
                <a:latin typeface="Aptos"/>
              </a:rPr>
              <a:t>Money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94760"/>
            <a:ext cx="26060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63044"/>
                </a:solidFill>
                <a:latin typeface="Aptos"/>
              </a:rPr>
              <a:t>Contact number or
bank account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9834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68C"/>
                </a:solidFill>
                <a:latin typeface="Aptos"/>
              </a:rPr>
              <a:t>HTML + CSS + JavaScript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600200"/>
            <a:ext cx="3337560" cy="4251960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91472" y="1920240"/>
            <a:ext cx="960120" cy="960120"/>
          </a:xfrm>
          <a:prstGeom prst="ellipse">
            <a:avLst/>
          </a:prstGeom>
          <a:solidFill>
            <a:srgbClr val="14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91472" y="1956816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828800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AA6E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15468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091936"/>
                </a:solidFill>
                <a:latin typeface="Aptos"/>
              </a:rPr>
              <a:t>Balance &amp;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94760"/>
            <a:ext cx="26060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63044"/>
                </a:solidFill>
                <a:latin typeface="Aptos"/>
              </a:rPr>
              <a:t>Live demo balance
and transaction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9834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68C"/>
                </a:solidFill>
                <a:latin typeface="Aptos"/>
              </a:rPr>
              <a:t>HTML + CSS + JavaScript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68C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9768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Simple user journey from login to transaction history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468880"/>
            <a:ext cx="713232" cy="7132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713232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9" y="33832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Mobile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3312" y="2761488"/>
            <a:ext cx="1143000" cy="54864"/>
          </a:xfrm>
          <a:prstGeom prst="rect">
            <a:avLst/>
          </a:prstGeom>
          <a:solidFill>
            <a:srgbClr val="50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542032" y="2468880"/>
            <a:ext cx="713232" cy="713232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2487168"/>
            <a:ext cx="713232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33832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761488"/>
            <a:ext cx="1143000" cy="54864"/>
          </a:xfrm>
          <a:prstGeom prst="rect">
            <a:avLst/>
          </a:prstGeom>
          <a:solidFill>
            <a:srgbClr val="50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43984" y="2468880"/>
            <a:ext cx="713232" cy="7132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2487168"/>
            <a:ext cx="713232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4" y="33832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Choose Contact / Bank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7216" y="2761488"/>
            <a:ext cx="1143000" cy="54864"/>
          </a:xfrm>
          <a:prstGeom prst="rect">
            <a:avLst/>
          </a:prstGeom>
          <a:solidFill>
            <a:srgbClr val="50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45936" y="2468880"/>
            <a:ext cx="713232" cy="713232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2487168"/>
            <a:ext cx="713232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3016" y="33832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Enter Amount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761488"/>
            <a:ext cx="1143000" cy="54864"/>
          </a:xfrm>
          <a:prstGeom prst="rect">
            <a:avLst/>
          </a:prstGeom>
          <a:solidFill>
            <a:srgbClr val="50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2468880"/>
            <a:ext cx="713232" cy="7132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487168"/>
            <a:ext cx="713232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33832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19" y="2761488"/>
            <a:ext cx="1143000" cy="54864"/>
          </a:xfrm>
          <a:prstGeom prst="rect">
            <a:avLst/>
          </a:prstGeom>
          <a:solidFill>
            <a:srgbClr val="50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49840" y="2468880"/>
            <a:ext cx="713232" cy="713232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49840" y="2487168"/>
            <a:ext cx="713232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33832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Balance +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4800600"/>
            <a:ext cx="8138160" cy="822960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4560" y="4956048"/>
            <a:ext cx="7772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Login → Dashboard → Transfer → Balance Update → Transaction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91936"/>
                </a:solidFill>
                <a:latin typeface="Aptos"/>
              </a:rP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68C"/>
                </a:solidFill>
                <a:latin typeface="Aptos"/>
              </a:rPr>
              <a:t>Built as a beginner-friendly front-end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241280" cy="868680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1719072"/>
            <a:ext cx="530352" cy="53035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4519" y="16459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91936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860FF"/>
                </a:solidFill>
                <a:latin typeface="Aptos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45920"/>
            <a:ext cx="5212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63044"/>
                </a:solidFill>
                <a:latin typeface="Aptos"/>
              </a:rPr>
              <a:t>Login, dashboard, forms and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70048"/>
            <a:ext cx="10241280" cy="868680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88720" y="2834640"/>
            <a:ext cx="530352" cy="530352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19" y="276148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91936"/>
                </a:solidFill>
                <a:latin typeface="Aptos"/>
              </a:rPr>
              <a:t>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6148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BEBE"/>
                </a:solidFill>
                <a:latin typeface="Aptos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761488"/>
            <a:ext cx="5212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63044"/>
                </a:solidFill>
                <a:latin typeface="Aptos"/>
              </a:rPr>
              <a:t>Cards, colors, layout and responsive styling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85615"/>
            <a:ext cx="10241280" cy="868680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88720" y="3950207"/>
            <a:ext cx="530352" cy="530352"/>
          </a:xfrm>
          <a:prstGeom prst="ellipse">
            <a:avLst/>
          </a:prstGeom>
          <a:solidFill>
            <a:srgbClr val="F5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3877055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91936"/>
                </a:solidFill>
                <a:latin typeface="Aptos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77055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B437"/>
                </a:solidFill>
                <a:latin typeface="Aptos"/>
              </a:rPr>
              <a:t>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77055"/>
            <a:ext cx="5212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63044"/>
                </a:solidFill>
                <a:latin typeface="Aptos"/>
              </a:rPr>
              <a:t>Login, transfer, balance and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623560"/>
            <a:ext cx="8412480" cy="502920"/>
          </a:xfrm>
          <a:prstGeom prst="roundRect">
            <a:avLst/>
          </a:prstGeom>
          <a:solidFill>
            <a:srgbClr val="09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5960" y="5687568"/>
            <a:ext cx="8138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No React • No Bootstrap • No PHP • No database — simple front-end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68C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9768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91936"/>
                </a:solidFill>
                <a:latin typeface="Aptos"/>
              </a:rPr>
              <a:t>Example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68C"/>
                </a:solidFill>
                <a:latin typeface="Aptos"/>
              </a:rPr>
              <a:t>How a payment changes the demo balance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461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9768C"/>
                </a:solidFill>
                <a:latin typeface="Aptos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1860FF"/>
                </a:solidFill>
                <a:latin typeface="Aptos"/>
              </a:rPr>
              <a:t>₹10,000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68C"/>
                </a:solidFill>
                <a:latin typeface="Aptos"/>
              </a:rPr>
              <a:t>Available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044"/>
                </a:solidFill>
                <a:latin typeface="Aptos"/>
              </a:rPr>
              <a:t>Rahul • ₹500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51760"/>
            <a:ext cx="1005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BEB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600200"/>
            <a:ext cx="2743200" cy="3566160"/>
          </a:xfrm>
          <a:prstGeom prst="roundRect">
            <a:avLst/>
          </a:prstGeom>
          <a:solidFill>
            <a:srgbClr val="09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874519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BEBE"/>
                </a:solidFill>
                <a:latin typeface="Aptos"/>
              </a:rPr>
              <a:t>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14600"/>
            <a:ext cx="2103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₹500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00400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BED6FF"/>
                </a:solidFill>
                <a:latin typeface="Aptos"/>
              </a:rPr>
              <a:t>Money 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023360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AA6E"/>
                </a:solidFill>
                <a:latin typeface="Aptos"/>
              </a:rPr>
              <a:t>✓ Successful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2461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874519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9768C"/>
                </a:solidFill>
                <a:latin typeface="Aptos"/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6888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14AA6E"/>
                </a:solidFill>
                <a:latin typeface="Aptos"/>
              </a:rPr>
              <a:t>₹9,500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5468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68C"/>
                </a:solidFill>
                <a:latin typeface="Aptos"/>
              </a:rPr>
              <a:t>Updated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77639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B4B55"/>
                </a:solidFill>
                <a:latin typeface="Aptos"/>
              </a:rPr>
              <a:t>History: - ₹500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68C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9768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Advantages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What can be improved in a real-world version?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434840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00BEBE"/>
                </a:solidFill>
                <a:latin typeface="Aptos"/>
              </a:rPr>
              <a:t>✓  Advantages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49631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6888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Simple and easy to understand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09067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06324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Fast payment-demo flow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68503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65760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Responsive user interface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7939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25196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Transaction history is easy to read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87375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84632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Good foundation for a student project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50876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78308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860FF"/>
                </a:solidFill>
                <a:latin typeface="Aptos"/>
              </a:rPr>
              <a:t>🚀  Future Scope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49631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51460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246888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Real UPI / payment gateway integration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09067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10896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306324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Secure backend and database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68503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70332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365760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OTP-based authentication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27939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29768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425196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QR code payments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4873752"/>
            <a:ext cx="256032" cy="256032"/>
          </a:xfrm>
          <a:prstGeom prst="ellipse">
            <a:avLst/>
          </a:prstGeom>
          <a:solidFill>
            <a:srgbClr val="18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892040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8" y="4846320"/>
            <a:ext cx="3913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63044"/>
                </a:solidFill>
                <a:latin typeface="Aptos"/>
              </a:rPr>
              <a:t>Bank API integration and 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65151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91936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68C"/>
                </a:solidFill>
                <a:latin typeface="Aptos"/>
              </a:rPr>
              <a:t>Money Pay demonstrates the basic idea of a digital payment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600" b="1">
                <a:solidFill>
                  <a:srgbClr val="1860FF"/>
                </a:solidFill>
                <a:latin typeface="Aptos"/>
              </a:rPr>
              <a:t>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691640"/>
            <a:ext cx="457200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091936"/>
                </a:solidFill>
                <a:latin typeface="Aptos"/>
              </a:rPr>
              <a:t>Simple idea.
Clean design.
Useful payment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5060" y="3616071"/>
            <a:ext cx="7863840" cy="1822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59411" y="3923356"/>
            <a:ext cx="5642699" cy="106182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 dirty="0">
                <a:solidFill>
                  <a:srgbClr val="1860FF"/>
                </a:solidFill>
                <a:latin typeface="Aptos"/>
              </a:rPr>
              <a:t>Login  →  Transfer  →  Balance  →  History</a:t>
            </a:r>
            <a:endParaRPr lang="en-US" sz="2100" b="1" dirty="0">
              <a:solidFill>
                <a:srgbClr val="1860FF"/>
              </a:solidFill>
              <a:latin typeface="Aptos"/>
            </a:endParaRPr>
          </a:p>
          <a:p>
            <a:pPr algn="ctr"/>
            <a:endParaRPr lang="en-IN" sz="2100" b="1" dirty="0">
              <a:solidFill>
                <a:srgbClr val="1860FF"/>
              </a:solidFill>
              <a:latin typeface="Aptos"/>
            </a:endParaRPr>
          </a:p>
          <a:p>
            <a:pPr algn="ctr"/>
            <a:r>
              <a:rPr lang="en-US" sz="2100" b="1" dirty="0">
                <a:solidFill>
                  <a:srgbClr val="1860FF"/>
                </a:solidFill>
                <a:latin typeface="Aptos"/>
                <a:hlinkClick r:id="rId2"/>
              </a:rPr>
              <a:t>https://meek-shortbread-07acfc.netlify.app/</a:t>
            </a:r>
            <a:endParaRPr lang="en-US" sz="2100" b="1" dirty="0">
              <a:solidFill>
                <a:srgbClr val="1860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09560" y="1965960"/>
            <a:ext cx="2834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00BEBE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74320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69768C"/>
                </a:solidFill>
                <a:latin typeface="Aptos"/>
              </a:rPr>
              <a:t>Any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68C"/>
                </a:solidFill>
                <a:latin typeface="Aptos"/>
              </a:rPr>
              <a:t>MONEY PAY  •  Student Demo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9768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457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gollori lakshman</cp:lastModifiedBy>
  <cp:revision>4</cp:revision>
  <dcterms:created xsi:type="dcterms:W3CDTF">2013-01-27T09:14:16Z</dcterms:created>
  <dcterms:modified xsi:type="dcterms:W3CDTF">2026-10-05T06:42:17Z</dcterms:modified>
  <cp:category/>
</cp:coreProperties>
</file>